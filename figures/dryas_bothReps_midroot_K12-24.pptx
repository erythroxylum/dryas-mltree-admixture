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118872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>
        <p:scale>
          <a:sx n="35" d="100"/>
          <a:sy n="35" d="100"/>
        </p:scale>
        <p:origin x="4088" y="1456"/>
      </p:cViewPr>
      <p:guideLst>
        <p:guide orient="horz" pos="3840"/>
        <p:guide pos="3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49CB9-B434-6F4E-9233-182C9C3B770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25638" y="1143000"/>
            <a:ext cx="300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FF61D-3B22-9840-B531-68039C11F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57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925638" y="1143000"/>
            <a:ext cx="300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FF61D-3B22-9840-B531-68039C11FD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55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1995312"/>
            <a:ext cx="10104120" cy="4244622"/>
          </a:xfrm>
        </p:spPr>
        <p:txBody>
          <a:bodyPr anchor="b"/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6403623"/>
            <a:ext cx="8915400" cy="2943577"/>
          </a:xfrm>
        </p:spPr>
        <p:txBody>
          <a:bodyPr/>
          <a:lstStyle>
            <a:lvl1pPr marL="0" indent="0" algn="ctr">
              <a:buNone/>
              <a:defRPr sz="3120"/>
            </a:lvl1pPr>
            <a:lvl2pPr marL="594360" indent="0" algn="ctr">
              <a:buNone/>
              <a:defRPr sz="2600"/>
            </a:lvl2pPr>
            <a:lvl3pPr marL="1188720" indent="0" algn="ctr">
              <a:buNone/>
              <a:defRPr sz="2340"/>
            </a:lvl3pPr>
            <a:lvl4pPr marL="1783080" indent="0" algn="ctr">
              <a:buNone/>
              <a:defRPr sz="2080"/>
            </a:lvl4pPr>
            <a:lvl5pPr marL="2377440" indent="0" algn="ctr">
              <a:buNone/>
              <a:defRPr sz="2080"/>
            </a:lvl5pPr>
            <a:lvl6pPr marL="2971800" indent="0" algn="ctr">
              <a:buNone/>
              <a:defRPr sz="2080"/>
            </a:lvl6pPr>
            <a:lvl7pPr marL="3566160" indent="0" algn="ctr">
              <a:buNone/>
              <a:defRPr sz="2080"/>
            </a:lvl7pPr>
            <a:lvl8pPr marL="4160520" indent="0" algn="ctr">
              <a:buNone/>
              <a:defRPr sz="2080"/>
            </a:lvl8pPr>
            <a:lvl9pPr marL="4754880" indent="0" algn="ctr">
              <a:buNone/>
              <a:defRPr sz="20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72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59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54" y="3039537"/>
            <a:ext cx="10252710" cy="5071532"/>
          </a:xfrm>
        </p:spPr>
        <p:txBody>
          <a:bodyPr anchor="b"/>
          <a:lstStyle>
            <a:lvl1pPr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54" y="8159048"/>
            <a:ext cx="10252710" cy="2666999"/>
          </a:xfrm>
        </p:spPr>
        <p:txBody>
          <a:bodyPr/>
          <a:lstStyle>
            <a:lvl1pPr marL="0" indent="0">
              <a:buNone/>
              <a:defRPr sz="3120">
                <a:solidFill>
                  <a:schemeClr val="tx1">
                    <a:tint val="82000"/>
                  </a:schemeClr>
                </a:solidFill>
              </a:defRPr>
            </a:lvl1pPr>
            <a:lvl2pPr marL="594360" indent="0">
              <a:buNone/>
              <a:defRPr sz="2600">
                <a:solidFill>
                  <a:schemeClr val="tx1">
                    <a:tint val="82000"/>
                  </a:schemeClr>
                </a:solidFill>
              </a:defRPr>
            </a:lvl2pPr>
            <a:lvl3pPr marL="1188720" indent="0">
              <a:buNone/>
              <a:defRPr sz="2340">
                <a:solidFill>
                  <a:schemeClr val="tx1">
                    <a:tint val="82000"/>
                  </a:schemeClr>
                </a:solidFill>
              </a:defRPr>
            </a:lvl3pPr>
            <a:lvl4pPr marL="178308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4pPr>
            <a:lvl5pPr marL="237744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5pPr>
            <a:lvl6pPr marL="297180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6pPr>
            <a:lvl7pPr marL="356616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7pPr>
            <a:lvl8pPr marL="416052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8pPr>
            <a:lvl9pPr marL="475488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88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5" y="3245556"/>
            <a:ext cx="505206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895" y="3245556"/>
            <a:ext cx="505206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3" y="649114"/>
            <a:ext cx="10252710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795" y="2988734"/>
            <a:ext cx="5028842" cy="1464732"/>
          </a:xfrm>
        </p:spPr>
        <p:txBody>
          <a:bodyPr anchor="b"/>
          <a:lstStyle>
            <a:lvl1pPr marL="0" indent="0">
              <a:buNone/>
              <a:defRPr sz="3120" b="1"/>
            </a:lvl1pPr>
            <a:lvl2pPr marL="594360" indent="0">
              <a:buNone/>
              <a:defRPr sz="2600" b="1"/>
            </a:lvl2pPr>
            <a:lvl3pPr marL="1188720" indent="0">
              <a:buNone/>
              <a:defRPr sz="2340" b="1"/>
            </a:lvl3pPr>
            <a:lvl4pPr marL="1783080" indent="0">
              <a:buNone/>
              <a:defRPr sz="2080" b="1"/>
            </a:lvl4pPr>
            <a:lvl5pPr marL="2377440" indent="0">
              <a:buNone/>
              <a:defRPr sz="2080" b="1"/>
            </a:lvl5pPr>
            <a:lvl6pPr marL="2971800" indent="0">
              <a:buNone/>
              <a:defRPr sz="2080" b="1"/>
            </a:lvl6pPr>
            <a:lvl7pPr marL="3566160" indent="0">
              <a:buNone/>
              <a:defRPr sz="2080" b="1"/>
            </a:lvl7pPr>
            <a:lvl8pPr marL="4160520" indent="0">
              <a:buNone/>
              <a:defRPr sz="2080" b="1"/>
            </a:lvl8pPr>
            <a:lvl9pPr marL="4754880" indent="0">
              <a:buNone/>
              <a:defRPr sz="2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795" y="4453467"/>
            <a:ext cx="5028842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7896" y="2988734"/>
            <a:ext cx="5053608" cy="1464732"/>
          </a:xfrm>
        </p:spPr>
        <p:txBody>
          <a:bodyPr anchor="b"/>
          <a:lstStyle>
            <a:lvl1pPr marL="0" indent="0">
              <a:buNone/>
              <a:defRPr sz="3120" b="1"/>
            </a:lvl1pPr>
            <a:lvl2pPr marL="594360" indent="0">
              <a:buNone/>
              <a:defRPr sz="2600" b="1"/>
            </a:lvl2pPr>
            <a:lvl3pPr marL="1188720" indent="0">
              <a:buNone/>
              <a:defRPr sz="2340" b="1"/>
            </a:lvl3pPr>
            <a:lvl4pPr marL="1783080" indent="0">
              <a:buNone/>
              <a:defRPr sz="2080" b="1"/>
            </a:lvl4pPr>
            <a:lvl5pPr marL="2377440" indent="0">
              <a:buNone/>
              <a:defRPr sz="2080" b="1"/>
            </a:lvl5pPr>
            <a:lvl6pPr marL="2971800" indent="0">
              <a:buNone/>
              <a:defRPr sz="2080" b="1"/>
            </a:lvl6pPr>
            <a:lvl7pPr marL="3566160" indent="0">
              <a:buNone/>
              <a:defRPr sz="2080" b="1"/>
            </a:lvl7pPr>
            <a:lvl8pPr marL="4160520" indent="0">
              <a:buNone/>
              <a:defRPr sz="2080" b="1"/>
            </a:lvl8pPr>
            <a:lvl9pPr marL="4754880" indent="0">
              <a:buNone/>
              <a:defRPr sz="2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7896" y="4453467"/>
            <a:ext cx="5053608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31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11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1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812800"/>
            <a:ext cx="3833931" cy="2844800"/>
          </a:xfrm>
        </p:spPr>
        <p:txBody>
          <a:bodyPr anchor="b"/>
          <a:lstStyle>
            <a:lvl1pPr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608" y="1755425"/>
            <a:ext cx="6017895" cy="8664222"/>
          </a:xfrm>
        </p:spPr>
        <p:txBody>
          <a:bodyPr/>
          <a:lstStyle>
            <a:lvl1pPr>
              <a:defRPr sz="4160"/>
            </a:lvl1pPr>
            <a:lvl2pPr>
              <a:defRPr sz="3640"/>
            </a:lvl2pPr>
            <a:lvl3pPr>
              <a:defRPr sz="312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3657600"/>
            <a:ext cx="3833931" cy="6776156"/>
          </a:xfrm>
        </p:spPr>
        <p:txBody>
          <a:bodyPr/>
          <a:lstStyle>
            <a:lvl1pPr marL="0" indent="0">
              <a:buNone/>
              <a:defRPr sz="2080"/>
            </a:lvl1pPr>
            <a:lvl2pPr marL="594360" indent="0">
              <a:buNone/>
              <a:defRPr sz="1820"/>
            </a:lvl2pPr>
            <a:lvl3pPr marL="1188720" indent="0">
              <a:buNone/>
              <a:defRPr sz="1560"/>
            </a:lvl3pPr>
            <a:lvl4pPr marL="1783080" indent="0">
              <a:buNone/>
              <a:defRPr sz="1300"/>
            </a:lvl4pPr>
            <a:lvl5pPr marL="2377440" indent="0">
              <a:buNone/>
              <a:defRPr sz="1300"/>
            </a:lvl5pPr>
            <a:lvl6pPr marL="2971800" indent="0">
              <a:buNone/>
              <a:defRPr sz="1300"/>
            </a:lvl6pPr>
            <a:lvl7pPr marL="3566160" indent="0">
              <a:buNone/>
              <a:defRPr sz="1300"/>
            </a:lvl7pPr>
            <a:lvl8pPr marL="4160520" indent="0">
              <a:buNone/>
              <a:defRPr sz="1300"/>
            </a:lvl8pPr>
            <a:lvl9pPr marL="4754880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99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812800"/>
            <a:ext cx="3833931" cy="2844800"/>
          </a:xfrm>
        </p:spPr>
        <p:txBody>
          <a:bodyPr anchor="b"/>
          <a:lstStyle>
            <a:lvl1pPr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3608" y="1755425"/>
            <a:ext cx="6017895" cy="8664222"/>
          </a:xfrm>
        </p:spPr>
        <p:txBody>
          <a:bodyPr anchor="t"/>
          <a:lstStyle>
            <a:lvl1pPr marL="0" indent="0">
              <a:buNone/>
              <a:defRPr sz="4160"/>
            </a:lvl1pPr>
            <a:lvl2pPr marL="594360" indent="0">
              <a:buNone/>
              <a:defRPr sz="3640"/>
            </a:lvl2pPr>
            <a:lvl3pPr marL="1188720" indent="0">
              <a:buNone/>
              <a:defRPr sz="3120"/>
            </a:lvl3pPr>
            <a:lvl4pPr marL="1783080" indent="0">
              <a:buNone/>
              <a:defRPr sz="2600"/>
            </a:lvl4pPr>
            <a:lvl5pPr marL="2377440" indent="0">
              <a:buNone/>
              <a:defRPr sz="2600"/>
            </a:lvl5pPr>
            <a:lvl6pPr marL="2971800" indent="0">
              <a:buNone/>
              <a:defRPr sz="2600"/>
            </a:lvl6pPr>
            <a:lvl7pPr marL="3566160" indent="0">
              <a:buNone/>
              <a:defRPr sz="2600"/>
            </a:lvl7pPr>
            <a:lvl8pPr marL="4160520" indent="0">
              <a:buNone/>
              <a:defRPr sz="2600"/>
            </a:lvl8pPr>
            <a:lvl9pPr marL="4754880" indent="0">
              <a:buNone/>
              <a:defRPr sz="2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3657600"/>
            <a:ext cx="3833931" cy="6776156"/>
          </a:xfrm>
        </p:spPr>
        <p:txBody>
          <a:bodyPr/>
          <a:lstStyle>
            <a:lvl1pPr marL="0" indent="0">
              <a:buNone/>
              <a:defRPr sz="2080"/>
            </a:lvl1pPr>
            <a:lvl2pPr marL="594360" indent="0">
              <a:buNone/>
              <a:defRPr sz="1820"/>
            </a:lvl2pPr>
            <a:lvl3pPr marL="1188720" indent="0">
              <a:buNone/>
              <a:defRPr sz="1560"/>
            </a:lvl3pPr>
            <a:lvl4pPr marL="1783080" indent="0">
              <a:buNone/>
              <a:defRPr sz="1300"/>
            </a:lvl4pPr>
            <a:lvl5pPr marL="2377440" indent="0">
              <a:buNone/>
              <a:defRPr sz="1300"/>
            </a:lvl5pPr>
            <a:lvl6pPr marL="2971800" indent="0">
              <a:buNone/>
              <a:defRPr sz="1300"/>
            </a:lvl6pPr>
            <a:lvl7pPr marL="3566160" indent="0">
              <a:buNone/>
              <a:defRPr sz="1300"/>
            </a:lvl7pPr>
            <a:lvl8pPr marL="4160520" indent="0">
              <a:buNone/>
              <a:defRPr sz="1300"/>
            </a:lvl8pPr>
            <a:lvl9pPr marL="4754880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44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75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6778" y="649111"/>
            <a:ext cx="2563178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5" y="649111"/>
            <a:ext cx="7540943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8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245" y="649114"/>
            <a:ext cx="1025271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7245" y="3245556"/>
            <a:ext cx="1025271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7245" y="11300181"/>
            <a:ext cx="267462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BD58B-B00B-E645-AE43-76D2A3CAC69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7635" y="11300181"/>
            <a:ext cx="401193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5335" y="11300181"/>
            <a:ext cx="267462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3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88720" rtl="0" eaLnBrk="1" latinLnBrk="0" hangingPunct="1">
        <a:lnSpc>
          <a:spcPct val="90000"/>
        </a:lnSpc>
        <a:spcBef>
          <a:spcPct val="0"/>
        </a:spcBef>
        <a:buNone/>
        <a:defRPr sz="5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72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590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8026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462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898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334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770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5206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72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308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744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7180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6052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488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1F0243-766E-3C20-441C-9F93DBE2B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10030206"/>
            <a:ext cx="2363932" cy="173355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9DFA250-7C47-A9F3-D967-B520B6FDB51A}"/>
              </a:ext>
            </a:extLst>
          </p:cNvPr>
          <p:cNvGrpSpPr/>
          <p:nvPr/>
        </p:nvGrpSpPr>
        <p:grpSpPr>
          <a:xfrm>
            <a:off x="146305" y="219456"/>
            <a:ext cx="4099035" cy="12192000"/>
            <a:chOff x="0" y="0"/>
            <a:chExt cx="4099035" cy="12192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E6FD86F-8FDF-EE17-1343-68AD574E7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5895"/>
            <a:stretch>
              <a:fillRect/>
            </a:stretch>
          </p:blipFill>
          <p:spPr>
            <a:xfrm>
              <a:off x="0" y="0"/>
              <a:ext cx="3915103" cy="12192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7D6D547-6714-0262-7E25-1D8A46EEE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7036" r="10838"/>
            <a:stretch>
              <a:fillRect/>
            </a:stretch>
          </p:blipFill>
          <p:spPr>
            <a:xfrm>
              <a:off x="3831021" y="0"/>
              <a:ext cx="112329" cy="1219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E70BD5D-1041-EE13-A85E-8CE01F159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9523" r="6598"/>
            <a:stretch>
              <a:fillRect/>
            </a:stretch>
          </p:blipFill>
          <p:spPr>
            <a:xfrm>
              <a:off x="3894084" y="0"/>
              <a:ext cx="204951" cy="121920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1E04634-BF51-86B8-0EEC-DEC597E09D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90"/>
          <a:stretch>
            <a:fillRect/>
          </a:stretch>
        </p:blipFill>
        <p:spPr>
          <a:xfrm>
            <a:off x="4071001" y="855147"/>
            <a:ext cx="7613163" cy="1103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5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1</Words>
  <Application>Microsoft Macintosh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Dawson M White</dc:creator>
  <cp:lastModifiedBy>Dawson M White</cp:lastModifiedBy>
  <cp:revision>1</cp:revision>
  <dcterms:created xsi:type="dcterms:W3CDTF">2026-09-24T13:32:30Z</dcterms:created>
  <dcterms:modified xsi:type="dcterms:W3CDTF">2026-09-24T14:38:20Z</dcterms:modified>
</cp:coreProperties>
</file>