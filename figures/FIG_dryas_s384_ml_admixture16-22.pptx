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13716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43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>
        <p:scale>
          <a:sx n="146" d="100"/>
          <a:sy n="146" d="100"/>
        </p:scale>
        <p:origin x="-2592" y="-6160"/>
      </p:cViewPr>
      <p:guideLst>
        <p:guide orient="horz" pos="5760"/>
        <p:guide pos="43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49CB9-B434-6F4E-9233-182C9C3B770D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FF61D-3B22-9840-B531-68039C11F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57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1pPr>
    <a:lvl2pPr marL="694441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2pPr>
    <a:lvl3pPr marL="1388882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3pPr>
    <a:lvl4pPr marL="2083323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4pPr>
    <a:lvl5pPr marL="2777764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5pPr>
    <a:lvl6pPr marL="3472205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6pPr>
    <a:lvl7pPr marL="4166646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7pPr>
    <a:lvl8pPr marL="4861088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8pPr>
    <a:lvl9pPr marL="5555529" algn="l" defTabSz="1388882" rtl="0" eaLnBrk="1" latinLnBrk="0" hangingPunct="1">
      <a:defRPr sz="18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CFF61D-3B22-9840-B531-68039C11FD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5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992968"/>
            <a:ext cx="11658600" cy="636693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9605435"/>
            <a:ext cx="10287000" cy="4415365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6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2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4559305"/>
            <a:ext cx="11830050" cy="7607299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2238572"/>
            <a:ext cx="11830050" cy="4000499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10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3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973670"/>
            <a:ext cx="118300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4483101"/>
            <a:ext cx="5802510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6680200"/>
            <a:ext cx="580251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4483101"/>
            <a:ext cx="5831087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6680200"/>
            <a:ext cx="5831087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91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4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56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2633137"/>
            <a:ext cx="6943725" cy="12996333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0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2633137"/>
            <a:ext cx="6943725" cy="12996333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91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973666"/>
            <a:ext cx="295751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973666"/>
            <a:ext cx="8701088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79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973670"/>
            <a:ext cx="118300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4868333"/>
            <a:ext cx="118300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9BD58B-B00B-E645-AE43-76D2A3CAC699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6950271"/>
            <a:ext cx="46291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EB7E0-DF9C-0E4C-AF08-77A9A2CE59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5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0A5C1E-B93A-B617-EF76-A45871B1C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81"/>
          <a:stretch>
            <a:fillRect/>
          </a:stretch>
        </p:blipFill>
        <p:spPr>
          <a:xfrm>
            <a:off x="-92320" y="207092"/>
            <a:ext cx="8159261" cy="188221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212B925-38C9-FDCB-CCA1-4D082577F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659" y="408050"/>
            <a:ext cx="7427191" cy="1782525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C540876-19F0-8960-564B-681F701B0789}"/>
              </a:ext>
            </a:extLst>
          </p:cNvPr>
          <p:cNvSpPr txBox="1"/>
          <p:nvPr/>
        </p:nvSpPr>
        <p:spPr>
          <a:xfrm>
            <a:off x="1401234" y="0"/>
            <a:ext cx="401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ml-optimized tree, concatenated SNPs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438FFE-E8DD-BD20-FED5-CC7FAB67F971}"/>
              </a:ext>
            </a:extLst>
          </p:cNvPr>
          <p:cNvSpPr txBox="1"/>
          <p:nvPr/>
        </p:nvSpPr>
        <p:spPr>
          <a:xfrm>
            <a:off x="7823101" y="0"/>
            <a:ext cx="5390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ADMIXTURE: lowest cross-validation representatives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8745BF3-68D5-7174-58BA-05592C8E8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823018"/>
            <a:ext cx="3675017" cy="22404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732D30-E899-FD78-F5BB-236002A329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13688434"/>
            <a:ext cx="3204754" cy="218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5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645</TotalTime>
  <Words>11</Words>
  <Application>Microsoft Macintosh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Dawson M White</dc:creator>
  <cp:lastModifiedBy>Dawson M White</cp:lastModifiedBy>
  <cp:revision>2</cp:revision>
  <dcterms:created xsi:type="dcterms:W3CDTF">2026-09-24T13:32:30Z</dcterms:created>
  <dcterms:modified xsi:type="dcterms:W3CDTF">2026-09-29T20:50:28Z</dcterms:modified>
</cp:coreProperties>
</file>